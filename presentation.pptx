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Signal Weights in Behavioral 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Activity
Recency</c:v>
                  </c:pt>
                  <c:pt idx="1">
                    <c:v>Open to
Work</c:v>
                  </c:pt>
                  <c:pt idx="2">
                    <c:v>Response
Rate</c:v>
                  </c:pt>
                  <c:pt idx="3">
                    <c:v>GitHub
Score</c:v>
                  </c:pt>
                  <c:pt idx="4">
                    <c:v>Response
Time</c:v>
                  </c:pt>
                  <c:pt idx="5">
                    <c:v>Notice
Period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Experience Distribution (% approx)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0-2 yrs</c:v>
                  </c:pt>
                  <c:pt idx="1">
                    <c:v>2-4 yrs</c:v>
                  </c:pt>
                  <c:pt idx="2">
                    <c:v>4-6 yrs</c:v>
                  </c:pt>
                  <c:pt idx="3">
                    <c:v>6-9 yrs</c:v>
                  </c:pt>
                  <c:pt idx="4">
                    <c:v>9-12 yrs</c:v>
                  </c:pt>
                  <c:pt idx="5">
                    <c:v>12+ yrs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Institution Tier Distribution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6699CC"/>
              </a:solidFill>
              <a:effectLst/>
            </c:spPr>
          </c:dPt>
          <c:dPt>
            <c:idx val="3"/>
            <c:bubble3D val="0"/>
            <c:spPr>
              <a:solidFill>
                <a:srgbClr val="AABBCC"/>
              </a:solidFill>
              <a:effectLst/>
            </c:spPr>
          </c:dPt>
          <c:dPt>
            <c:idx val="4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28</c:v>
                </c:pt>
                <c:pt idx="2">
                  <c:v>38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Ranking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Data &amp; AI Challenge  |  June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6459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91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ranking pipeline combining keyword scoring, semantic embeddings, and behavioral signals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 profiles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Description for Senior AI Engineer at Redrob (Pune/Noida)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top 100 candidates ranked by fit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1-2 sentence reasoning for each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runtime limit, CPU only, no API calls during ranking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Available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with proficiency and endorsements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with descriptions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with institution tier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behavioral signals (response rate, GitHub, activity, etc.)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completeness score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built over 20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18488" y="1783080"/>
            <a:ext cx="548640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schema, identify important fields, profile distributions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8608" y="14173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28416" y="1783080"/>
            <a:ext cx="548640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0008" y="233172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95728" y="278892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against JD must-have skills (TF-IDF style)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88536" y="14173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38344" y="1783080"/>
            <a:ext cx="548640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9936" y="233172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9936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05656" y="278892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(all-MiniLM-L6-v2) on candidate text vs JD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98464" y="14173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48272" y="1783080"/>
            <a:ext cx="548640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9864" y="233172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15584" y="278892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signals: response rate, recency, GitHub, open-to-work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08392" y="14173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8392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79792" y="233172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25512" y="278892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merge: Skills 40% + Semantic 35% + Behavioral 25%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JD Carefully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(sentence-transformers, BGE, E5)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/ hybrid search (FAISS, Qdrant...)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Python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eval: NDCG, MRR, 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Information Retrieval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12700">
            <a:solidFill>
              <a:srgbClr val="99A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6002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 (LoRA, QLoRA)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Learning-to-rank (XGBoost)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HR-tech / marketplace experience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FF0F0"/>
          </a:solidFill>
          <a:ln w="12700">
            <a:solidFill>
              <a:srgbClr val="FF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6002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CV/speech/robotics, no NLP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consulting firms (TCS, Infosys...)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research, no production deploys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written in 18+ months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Scores Are Computed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E0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Score  (40%)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JD keyword matches in all candidate 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Must-haves weighted 4x over nice-to-haves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penalty for disqualifier keywords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years fit (5-9yr ideal)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title match to preferred roles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institution tier bonus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18688" y="100584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3355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Score  (35%)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584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text = headline + summary + skills + career descriptions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to encode both candidate and JD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= semantic match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meaning beyond exact keyword hits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synonyms and related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63056" y="100584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F8E8"/>
          </a:solidFill>
          <a:ln w="12700">
            <a:solidFill>
              <a:srgbClr val="885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Score  (25%)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0216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last active within 30 days = full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open_to_work_flag boosts availability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recruiter_response_rate and avg_response_time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activity score for technical credibility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 &lt;= 30 days preferred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feature_engineering.py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experience / education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3355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40880" y="146304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005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885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005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88720" y="192024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92024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92024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92024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3774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377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ranking.py  —  weighted score = 0.40×skill + 0.35×semantic + 0.25×behavioral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154680"/>
            <a:ext cx="0" cy="4114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5661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descending → take top 100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4251960"/>
            <a:ext cx="0" cy="3657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6177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617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 (100 rows)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— Key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resume that hasn't logged in for 6 months and has 5% response rate is not actually hireable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6304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2057400"/>
            <a:ext cx="2651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 ≤7 days = 1.0, &gt;90 days = 0.1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open_to_work_flag: 1.0 vs 0.3 (not 0.0 — passive candidates still count)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-1 (no profile) = 0.3 penalty, not zero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≤2 hrs = 1.0, &gt;72 hrs = 0.1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Observations (EDA)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058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840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candidates are in the 6-9yr experience range — competitive for this JD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have tier 1 or 2 institutions; rest tier 3 or lower — education is secondary signal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are open to work — availability is fairly good in the pool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Top Candidates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semantic sim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candidates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960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058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semantic sim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candidates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yrs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experience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960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0058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(CPU)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237744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548640"/>
                <a:gridCol w="1463040"/>
                <a:gridCol w="1828800"/>
                <a:gridCol w="7315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 Skill 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Systems Eng.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RR=0.91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GH=78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RR=0.84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GH=65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AI Researcher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RR=0.79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What I'd Improve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5F5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misses skill synonyms (e.g. 'transformers' vs 'BERT')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(40/35/25) chosen manually — not validated on labeled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honeypot/shill candidate detection built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handle career trajectory — just current title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filtering (JD prefers Pune/Noida)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0FB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More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score (prefer Pune/NCR candidates)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cross-encoder reranking on top-500 shortlist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Learning-to-rank with synthetic training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salary expectations to JD range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trajectory analysis (upward mobility signals)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JD carefully — it tells you exactly what NOT to rank (disqualifiers matter as much as must-haves)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are surprisingly powerful — an inactive high-skill candidate ranks below an active medium-skill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 hybrid beats either alone — embeddings catch nuance, keywords catch exact requirements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weighted sum works well as a baseline — the complexity should go into the feature engineering, not the combination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Candidate Ranking Challenge</dc:title>
  <dc:subject>PptxGenJS Presentation</dc:subject>
  <dc:creator>Team Submission</dc:creator>
  <cp:lastModifiedBy>Team Submission</cp:lastModifiedBy>
  <cp:revision>1</cp:revision>
  <dcterms:created xsi:type="dcterms:W3CDTF">2026-06-09T08:40:46Z</dcterms:created>
  <dcterms:modified xsi:type="dcterms:W3CDTF">2026-06-09T08:40:46Z</dcterms:modified>
</cp:coreProperties>
</file>